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UFU4FME/tvh25s3NS0Yiobuk3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group and the project. Category: Business Applications (E-Commerce), intermediate complexity. Built in Java with Android Studio and SQLite.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Zelora is a Java Android app for online shopping with four roles. Category: Business Applications (E-Commerce), intermediate complexity. Data is stored locally in SQLite.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Shopping and selling are often split across separate tools. Zelora puts the buyer, seller, rider and admin in one app.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role is chosen at sign-up for Customer, Seller and Rider. Admin is created automatically on first launch.</a:t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the features that go beyond basic CRUD: voucher rules, stock handling, first-rider-wins, pickup before delivery.</a:t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through: Processing, seller accepts (Preparing), seller marks ready (Packed), rider accepts (Out for Delivery), rider confirms pickup, delivered. COD becomes PAID at delivery. Cancel is only allowed while Processing.</a:t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Seller, rider and admin use cases.</a:t>
            </a:r>
            <a:endParaRPr/>
          </a:p>
        </p:txBody>
      </p:sp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Customer use cases and the account functions shared by every role.</a:t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Warm cream backgrounds and dark brown accents. Same colors, fonts and card style across all four roles. Fonts: Bricolage Grotesque for headings, Inter for body.</a:t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one full order: customer places COD order, seller accepts and marks ready, rider accepts, picks up and delivers, customer sees the notification and can review.</a:t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ready to explain each choice. AI tools were used as a development and learning resource, as allowed by the project instructions; disclose this in the defense.</a:t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layers: screens, logic helpers, DAO classes with DatabaseHelper, and SQLite. All SQL is parameterized and lives in the DAO classes.</a:t>
            </a:r>
            <a:endParaRPr/>
          </a:p>
        </p:txBody>
      </p:sp>
      <p:sp>
        <p:nvSpPr>
          <p:cNvPr id="144" name="Google Shape;1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 tables in zelora.db (version 3). order_items stores name and price at purchase time. Migrations keep old data.</a:t>
            </a:r>
            <a:endParaRPr/>
          </a:p>
        </p:txBody>
      </p:sp>
      <p:sp>
        <p:nvSpPr>
          <p:cNvPr id="152" name="Google Shape;1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the real problems and how you fixed them. Only keep items that really happened to the group.</a:t>
            </a:r>
            <a:endParaRPr/>
          </a:p>
        </p:txBody>
      </p:sp>
      <p:sp>
        <p:nvSpPr>
          <p:cNvPr id="160" name="Google Shape;1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Fill in the real results after running the 24 test cases on a device. Do not present results you have not run.</a:t>
            </a:r>
            <a:endParaRPr/>
          </a:p>
        </p:txBody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first, then what you would build next.</a:t>
            </a:r>
            <a:endParaRPr/>
          </a:p>
        </p:txBody>
      </p:sp>
      <p:sp>
        <p:nvSpPr>
          <p:cNvPr id="191" name="Google Shape;1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1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Zelora logo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548640" y="19202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3EB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8F3EB"/>
                </a:solidFill>
                <a:latin typeface="Georgia"/>
                <a:ea typeface="Georgia"/>
                <a:cs typeface="Georgia"/>
                <a:sym typeface="Georgia"/>
              </a:rPr>
              <a:t>ZELORA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274320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FC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DFC8"/>
                </a:solidFill>
                <a:latin typeface="Calibri"/>
                <a:ea typeface="Calibri"/>
                <a:cs typeface="Calibri"/>
                <a:sym typeface="Calibri"/>
              </a:rPr>
              <a:t>An E-Commerce Mobile Application for Customers, Sellers, Delivery Riders and Administrators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9319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8A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8A2C"/>
                </a:solidFill>
                <a:latin typeface="Calibri"/>
                <a:ea typeface="Calibri"/>
                <a:cs typeface="Calibri"/>
                <a:sym typeface="Calibri"/>
              </a:rPr>
              <a:t>CT-MAD 213 Mobile Application Development · Final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8A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8A2C"/>
                </a:solidFill>
                <a:latin typeface="Calibri"/>
                <a:ea typeface="Calibri"/>
                <a:cs typeface="Calibri"/>
                <a:sym typeface="Calibri"/>
              </a:rPr>
              <a:t>Bulacan Polytechnic College · BSIS-2C</a:t>
            </a:r>
            <a:endParaRPr b="0" i="0" sz="1300" u="none" cap="none" strike="noStrike">
              <a:solidFill>
                <a:srgbClr val="D78A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8A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78A2C"/>
                </a:solidFill>
                <a:latin typeface="Calibri"/>
                <a:ea typeface="Calibri"/>
                <a:cs typeface="Calibri"/>
                <a:sym typeface="Calibri"/>
              </a:rPr>
              <a:t>Group 9</a:t>
            </a:r>
            <a:endParaRPr sz="1300">
              <a:solidFill>
                <a:srgbClr val="D78A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Project introduction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Zelora is an Android e-commerce app written in Java. It brings buying, selling, delivery and administration into one app, with a local SQLite database.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2286000"/>
            <a:ext cx="2651760" cy="2103120"/>
          </a:xfrm>
          <a:prstGeom prst="roundRect">
            <a:avLst>
              <a:gd fmla="val 5217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Category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40080" y="283464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Business Applications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(E-Commerce)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Intermediate complexity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46120" y="2286000"/>
            <a:ext cx="2651760" cy="2103120"/>
          </a:xfrm>
          <a:prstGeom prst="roundRect">
            <a:avLst>
              <a:gd fmla="val 5217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3429000" y="2423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3429000" y="283464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Android (minSdk 26)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Java 17, Android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SQLite, works offline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035040" y="2286000"/>
            <a:ext cx="2651760" cy="2103120"/>
          </a:xfrm>
          <a:prstGeom prst="roundRect">
            <a:avLst>
              <a:gd fmla="val 5217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217920" y="2423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217920" y="2834640"/>
            <a:ext cx="2286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BSIS-2C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Cabuz · Espino · Eva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Isidro · Pascual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Problem addressed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fmla="val 3333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640080" y="1645920"/>
            <a:ext cx="35661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Browsing and buying in person is slow.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Sellers manage orders, payments and deliveries by hand or across separate platforms.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Buyers can’t easily follow or cancel an order.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No single place connects buyers, sellers, riders and admins.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fmla="val 3333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4937760" y="1645920"/>
            <a:ext cx="35661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One Android app with four roles.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Buyers shop, pay and follow their order.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Sellers accept and prepare orders.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Riders take and deliver jobs.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Admins manage users, disputes and vouchers.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Target users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1280160"/>
            <a:ext cx="1965960" cy="2926080"/>
          </a:xfrm>
          <a:prstGeom prst="roundRect">
            <a:avLst>
              <a:gd fmla="val 5581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640080" y="14173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Customer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640080" y="1828800"/>
            <a:ext cx="1600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Browse, wishlist, cart, vouchers, checkout, track, cancel, review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560320" y="1280160"/>
            <a:ext cx="1965960" cy="2926080"/>
          </a:xfrm>
          <a:prstGeom prst="roundRect">
            <a:avLst>
              <a:gd fmla="val 5581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2743200" y="14173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Seller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2743200" y="1828800"/>
            <a:ext cx="1600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Overview with sales chart, accept orders, mark ready, manage products and shop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663440" y="1280160"/>
            <a:ext cx="1965960" cy="2926080"/>
          </a:xfrm>
          <a:prstGeom prst="roundRect">
            <a:avLst>
              <a:gd fmla="val 5581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 txBox="1"/>
          <p:nvPr/>
        </p:nvSpPr>
        <p:spPr>
          <a:xfrm>
            <a:off x="4846320" y="14173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Rider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4846320" y="1828800"/>
            <a:ext cx="1600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Go online, accept jobs, confirm pickup, mark delivered, wallet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766560" y="1280160"/>
            <a:ext cx="1965960" cy="2926080"/>
          </a:xfrm>
          <a:prstGeom prst="roundRect">
            <a:avLst>
              <a:gd fmla="val 5581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6949440" y="14173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Admin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6949440" y="1828800"/>
            <a:ext cx="1600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Users, orders, disputes, vouchers, platform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Major features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67331B"/>
                </a:solidFill>
                <a:latin typeface="Calibri"/>
                <a:ea typeface="Calibri"/>
                <a:cs typeface="Calibri"/>
                <a:sym typeface="Calibri"/>
              </a:rPr>
              <a:t>Customer: </a:t>
            </a: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search, filters, photo slider, wishlist, cart, Card / GCash-Maya / Cash on Delivery, vouchers, cancel while Processing, rate and review, report a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67331B"/>
                </a:solidFill>
                <a:latin typeface="Calibri"/>
                <a:ea typeface="Calibri"/>
                <a:cs typeface="Calibri"/>
                <a:sym typeface="Calibri"/>
              </a:rPr>
              <a:t>Seller: </a:t>
            </a: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sales overview, accept order, mark ready, product and stock management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67331B"/>
                </a:solidFill>
                <a:latin typeface="Calibri"/>
                <a:ea typeface="Calibri"/>
                <a:cs typeface="Calibri"/>
                <a:sym typeface="Calibri"/>
              </a:rPr>
              <a:t>Rider: </a:t>
            </a: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online switch, first rider to accept takes the job, confirm pickup before delivery, ₱40 earnings per delivery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67331B"/>
                </a:solidFill>
                <a:latin typeface="Calibri"/>
                <a:ea typeface="Calibri"/>
                <a:cs typeface="Calibri"/>
                <a:sym typeface="Calibri"/>
              </a:rPr>
              <a:t>Admin: </a:t>
            </a: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enable or disable accounts, resolve disputes (refund or reject), create vouchers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67331B"/>
                </a:solidFill>
                <a:latin typeface="Calibri"/>
                <a:ea typeface="Calibri"/>
                <a:cs typeface="Calibri"/>
                <a:sym typeface="Calibri"/>
              </a:rPr>
              <a:t>Everyone: </a:t>
            </a: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secure login (salted PBKDF2), order status notifications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Major features: order lifecycle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fe diagram" id="79" name="Google Shape;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894" y="914400"/>
            <a:ext cx="4549492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5394960" y="1188720"/>
            <a:ext cx="3291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Customer cancels only while Processing (stock restored, voucher returned).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Seller: Accept order, then Mark ready.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Rider: first to accept takes the job, must confirm pickup before delivery.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Cash on Delivery becomes PAID when delivered.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Problems can be reported on Packed, Out for Delivery or Delivered orders.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Major features: Seller, Rider, Admin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c_top diagram"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012" y="914400"/>
            <a:ext cx="5853975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Major features: Customer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c_bottom diagram" id="94" name="Google Shape;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96" y="914400"/>
            <a:ext cx="8099608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UI/UX design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57200" y="10972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F8F3EB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 txBox="1"/>
          <p:nvPr/>
        </p:nvSpPr>
        <p:spPr>
          <a:xfrm>
            <a:off x="36576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7468"/>
                </a:solidFill>
                <a:latin typeface="Calibri"/>
                <a:ea typeface="Calibri"/>
                <a:cs typeface="Calibri"/>
                <a:sym typeface="Calibri"/>
              </a:rPr>
              <a:t>Cream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325880" y="10972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67331B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123444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7468"/>
                </a:solidFill>
                <a:latin typeface="Calibri"/>
                <a:ea typeface="Calibri"/>
                <a:cs typeface="Calibri"/>
                <a:sym typeface="Calibri"/>
              </a:rPr>
              <a:t>Brand brown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2194560" y="10972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4B2215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210312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7468"/>
                </a:solidFill>
                <a:latin typeface="Calibri"/>
                <a:ea typeface="Calibri"/>
                <a:cs typeface="Calibri"/>
                <a:sym typeface="Calibri"/>
              </a:rPr>
              <a:t>Dark brown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3063240" y="10972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297180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7468"/>
                </a:solidFill>
                <a:latin typeface="Calibri"/>
                <a:ea typeface="Calibri"/>
                <a:cs typeface="Calibri"/>
                <a:sym typeface="Calibri"/>
              </a:rPr>
              <a:t>Beige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3931920" y="10972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78A2C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 txBox="1"/>
          <p:nvPr/>
        </p:nvSpPr>
        <p:spPr>
          <a:xfrm>
            <a:off x="384048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4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7468"/>
                </a:solidFill>
                <a:latin typeface="Calibri"/>
                <a:ea typeface="Calibri"/>
                <a:cs typeface="Calibri"/>
                <a:sym typeface="Calibri"/>
              </a:rPr>
              <a:t>Orange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 txBox="1"/>
          <p:nvPr/>
        </p:nvSpPr>
        <p:spPr>
          <a:xfrm>
            <a:off x="457200" y="246888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Consistency · Usability · Visual hierarchy · Accessibility · Responsive layout · Feedback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457200" y="329184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Customer: Home, Wishlist, Cart, Account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Seller: Overview, Orders, Products, Shop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Rider: Home, Tasks, Wallet, Profile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Admin: five tabs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1 diagram" id="113" name="Google Shape;1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146972"/>
            <a:ext cx="3931920" cy="1637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ck2 diagram" id="114" name="Google Shape;1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5962" y="2926080"/>
            <a:ext cx="1852635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Application demonstration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Demo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457200" y="1463040"/>
            <a:ext cx="43891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1  Customer signs up and places an order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2  Seller accepts, then marks ready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3  Rider goes online, accepts, confirms pickup, delivers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4  Customer gets the notification and reviews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5  Admin resolves a reported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5120640" y="1097280"/>
            <a:ext cx="3566160" cy="2194560"/>
          </a:xfrm>
          <a:prstGeom prst="roundRect">
            <a:avLst>
              <a:gd fmla="val 5000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5303520" y="1234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Demo accounts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5303520" y="1645920"/>
            <a:ext cx="3200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seller@zelora.com / Seller1234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rider@zelora.com / Rider1234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admin@zelora.com / Admin1234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5120640" y="342900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 txBox="1"/>
          <p:nvPr/>
        </p:nvSpPr>
        <p:spPr>
          <a:xfrm>
            <a:off x="5303520" y="35661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Vouchers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5303520" y="3977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WELCOME10 · SAVE100 · FREESHIP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Technologies used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fmla="val 3243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640080" y="1645920"/>
            <a:ext cx="35661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Android Studio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Gradle 8.9, AGP 8.7.3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Emulator / physical phone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Git and GitHub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draw.io and Graphviz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fmla="val 3243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Technologies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4937760" y="1645920"/>
            <a:ext cx="35661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Java 17, XML layouts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Android SDK (min 26, target 34)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SQLite with DAO classes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SharedPreferences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AppCompat, RecyclerView, ViewPager2, Material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PBKDF2 password hashing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Local notifications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Technologies used: 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ch diagram" id="147" name="Google Shape;1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99029"/>
            <a:ext cx="5120640" cy="367122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 txBox="1"/>
          <p:nvPr/>
        </p:nvSpPr>
        <p:spPr>
          <a:xfrm>
            <a:off x="5760720" y="137160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Presentation: activities, fragments, adapters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Logic: validation, password hashing, sessions, notifications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Data access: DAO classes + DatabaseHelper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Storage: SQLite (13 tables) and SharedPreferences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Technologies used: database design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r diagram"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122" y="914400"/>
            <a:ext cx="3225996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 txBox="1"/>
          <p:nvPr/>
        </p:nvSpPr>
        <p:spPr>
          <a:xfrm>
            <a:off x="4114800" y="1371600"/>
            <a:ext cx="4572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13 tables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users hold all four roles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products belong to a seller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orders belong to a customer and, once accepted, a rider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order_items keep the name and price at purchase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Upgrades from older versions keep existing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Challenges encountered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Data not saved, registration errors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640080" y="16459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Accounts were not kept reliably during development. Fixed with a SQLite database and a saved login session.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Order marked Delivered at checkout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4937760" y="164592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Fixed: an order starts as Processing and each step is done only by the right role.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57200" y="283464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Gradle build errors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640080" y="338328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Build setup errors on a low-spec laptop made building and debugging slow.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754880" y="2834640"/>
            <a:ext cx="3931920" cy="1554480"/>
          </a:xfrm>
          <a:prstGeom prst="roundRect">
            <a:avLst>
              <a:gd fmla="val 7059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Syntax errors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4937760" y="338328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Comments mixed into code caused compile errors. The code is now compiled regularly to catch them early.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Testing results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24 test cases covering sign up, login, cart, checkout, vouchers, cancellation, seller, rider, admin, notifications and upgrade.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457200" y="1920240"/>
            <a:ext cx="3931920" cy="2560320"/>
          </a:xfrm>
          <a:prstGeom prst="roundRect">
            <a:avLst>
              <a:gd fmla="val 4286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40080" y="2057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Checks already done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640080" y="2468880"/>
            <a:ext cx="35661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Full Java source compiled against Android API 34.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Database tests: 13 tables, upgrade keeps data, COD becomes PAID, no duplicate reviews.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Layouts and view ids checked.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4754880" y="1920240"/>
            <a:ext cx="3931920" cy="2560320"/>
          </a:xfrm>
          <a:prstGeom prst="roundRect">
            <a:avLst>
              <a:gd fmla="val 4286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Results on the device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4937760" y="2468880"/>
            <a:ext cx="35661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9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9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oppo a 98 </a:t>
            </a:r>
            <a:r>
              <a:rPr lang="en-US" sz="29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android 15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9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9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0" lang="en-US" sz="29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3E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Future improvements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fmla="val 3243" name="adj"/>
            </a:avLst>
          </a:prstGeom>
          <a:solidFill>
            <a:srgbClr val="FDFBFA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Current limitations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640080" y="1645920"/>
            <a:ext cx="35661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Data stays on the phone, no shared server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Payments are simulated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The map is a placeholder; no real tracking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 multi-seller order moves as one order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fmla="val 3243" name="adj"/>
            </a:avLst>
          </a:prstGeom>
          <a:solidFill>
            <a:srgbClr val="F0DFC8"/>
          </a:solidFill>
          <a:ln cap="flat" cmpd="sng" w="12700">
            <a:solidFill>
              <a:srgbClr val="F0D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331B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67331B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4937760" y="1645920"/>
            <a:ext cx="35661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Online backend for multiple devices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Real payment gateway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Real map, navigation and tracking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Configurable rider rates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C1A0E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Automated tests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B221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/>
        </p:nvSpPr>
        <p:spPr>
          <a:xfrm>
            <a:off x="548640" y="15544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3E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8F3EB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548640" y="25603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8A2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D78A2C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548640" y="3840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FC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DFC8"/>
                </a:solidFill>
                <a:latin typeface="Calibri"/>
                <a:ea typeface="Calibri"/>
                <a:cs typeface="Calibri"/>
                <a:sym typeface="Calibri"/>
              </a:rPr>
              <a:t>GitHub: [</a:t>
            </a:r>
            <a:r>
              <a:rPr lang="en-US">
                <a:solidFill>
                  <a:srgbClr val="F0DFC8"/>
                </a:solidFill>
                <a:latin typeface="Calibri"/>
                <a:ea typeface="Calibri"/>
                <a:cs typeface="Calibri"/>
                <a:sym typeface="Calibri"/>
              </a:rPr>
              <a:t>https://github.com/keshidesu/Zelora</a:t>
            </a:r>
            <a:r>
              <a:rPr b="0" i="0" lang="en-US" sz="1400" u="none" cap="none" strike="noStrike">
                <a:solidFill>
                  <a:srgbClr val="F0DFC8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2026-10-24T03:31:39Z</dcterms:created>
  <dc:creator>BSIS-2C Group</dc:creator>
</cp:coreProperties>
</file>